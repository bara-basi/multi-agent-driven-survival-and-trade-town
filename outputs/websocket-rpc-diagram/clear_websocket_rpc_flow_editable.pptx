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9d3c0267f34848" /><Relationship Type="http://schemas.openxmlformats.org/officeDocument/2006/relationships/extended-properties" Target="/docProps/app.xml" Id="Rf57e72a951c74508" /><Relationship Type="http://schemas.openxmlformats.org/officeDocument/2006/relationships/officeDocument" Target="/ppt/presentation.xml" Id="R51cc826075994f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f5be875150424d"/>
  </p:sldMasterIdLst>
  <p:notesMasterIdLst>
    <p:notesMasterId xmlns:r="http://schemas.openxmlformats.org/officeDocument/2006/relationships" r:id="Rf2b54e8c6ca34ed8"/>
  </p:notesMasterIdLst>
  <p:sldIdLst>
    <p:sldId xmlns:r="http://schemas.openxmlformats.org/officeDocument/2006/relationships" id="256" r:id="R78c4f865ff9e4851"/>
    <p:sldId xmlns:r="http://schemas.openxmlformats.org/officeDocument/2006/relationships" id="257" r:id="R44b0641ba91347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5be875150424d" /><Relationship Type="http://schemas.openxmlformats.org/officeDocument/2006/relationships/theme" Target="/ppt/theme/theme1.xml" Id="Rb43d3a5f90f84ce6" /><Relationship Type="http://schemas.openxmlformats.org/officeDocument/2006/relationships/notesMaster" Target="/ppt/notesMasters/notesMaster1.xml" Id="Rf2b54e8c6ca34ed8" /><Relationship Type="http://schemas.openxmlformats.org/officeDocument/2006/relationships/presProps" Target="/ppt/presProps.xml" Id="R90f181d93dec4d5b" /><Relationship Type="http://schemas.openxmlformats.org/officeDocument/2006/relationships/viewProps" Target="/ppt/viewProps.xml" Id="R9b3f7009d0a74d06" /><Relationship Type="http://schemas.openxmlformats.org/officeDocument/2006/relationships/tableStyles" Target="/ppt/tableStyles.xml" Id="Reeb3f0a8b85547f0" /><Relationship Type="http://schemas.openxmlformats.org/officeDocument/2006/relationships/slide" Target="/ppt/slides/slide1.xml" Id="R78c4f865ff9e4851" /><Relationship Type="http://schemas.openxmlformats.org/officeDocument/2006/relationships/slide" Target="/ppt/slides/slide2.xml" Id="R44b0641ba91347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6a5d57196d344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0731a45f8e4449" /><Relationship Type="http://schemas.openxmlformats.org/officeDocument/2006/relationships/notesMaster" Target="/ppt/notesMasters/notesMaster1.xml" Id="R1603bd60b8154e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ba624054f14910" /><Relationship Type="http://schemas.openxmlformats.org/officeDocument/2006/relationships/notesMaster" Target="/ppt/notesMasters/notesMaster1.xml" Id="R567942c5877b46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cd3ad29364d3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96d60801b9f4698" /><Relationship Type="http://schemas.openxmlformats.org/officeDocument/2006/relationships/slideLayout" Target="/ppt/slideLayouts/slideLayout2.xml" Id="Rc791dffdd7b84f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91dffdd7b84f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c602c1618640c6" /><Relationship Type="http://schemas.openxmlformats.org/officeDocument/2006/relationships/notesSlide" Target="/ppt/notesSlides/notesSlide1.xml" Id="R88b8b5037ada4e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17f74eca80443e" /><Relationship Type="http://schemas.openxmlformats.org/officeDocument/2006/relationships/notesSlide" Target="/ppt/notesSlides/notesSlide2.xml" Id="R92fdb19a3e6949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9C672C-7B59-4E12-850B-0508EC6C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47830-6C8D-40A9-80DD-CAA208CE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client.buy(...) 到 WebSocket 消息准备完成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959AA-71EC-41A6-A706-FA396261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962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这一页只展示 Python 决策层如何把业务动作拆成可发送的前端表现命令，不混入 Unity 执行和回执。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E0722-59BE-4DC8-9427-2CBF75B4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E7D9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AE183-67F7-449F-BFA0-970330D4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0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D0FDE-24EB-4B41-99F8-65B33AD8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3975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Action Handler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8C68E-F952-440E-9D3F-9E850474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573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0297D-DC9D-4436-AD8B-B690762D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323975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ActionLayer 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7C3BC-056C-4AFF-B597-EA394729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2573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2D6EC-C75F-4F33-8634-B48B4BF6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23975"/>
            <a:ext cx="2209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表现动作封装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792D1-8C5C-4179-A99B-B4799388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25730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36B15-EFCD-46EC-BC14-0B50021D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323975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send(...) 入参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3CEBD-D1E4-430D-9741-0C94B6D7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2324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8C7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5ED43-F7AA-4D91-AD70-2A012C07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0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2FAC7-8FF2-43A2-B207-A57478AF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4034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0589E-D05F-409C-B59B-E67B0159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57400"/>
            <a:ext cx="1657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handle_buy(ctx, act)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D8A374-DE70-420B-A8D2-D4B47EC5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943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先通过 validators：</a:t>
            </a:r>
          </a:p>
          <a:p xmlns:a="http://schemas.openxmlformats.org/drawingml/2006/main">
            <a:pPr algn="l">
              <a:def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在市场、有库存、有足够资金。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5CA92-70E1-44C4-9AFD-B514C091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241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CF14B-1B7B-4E45-A5FC-04924B5A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47850"/>
            <a:ext cx="2324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8C7A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8603F-0981-4A98-A0DD-2957B654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478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0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54274A-B175-4FD6-8CAD-E5049C99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669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40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403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10B04E-FDF7-48CC-96B0-3B9A61E2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57400"/>
            <a:ext cx="1657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计算业务参数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D31FD-1605-4888-9034-75C7B2C9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38400"/>
            <a:ext cx="1943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读取 actor / item / qty；</a:t>
            </a:r>
          </a:p>
          <a:p xmlns:a="http://schemas.openxmlformats.org/drawingml/2006/main">
            <a:pPr algn="l">
              <a:def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market.price(item_id) 算单价；</a:t>
            </a:r>
          </a:p>
          <a:p xmlns:a="http://schemas.openxmlformats.org/drawingml/2006/main">
            <a:pPr algn="l">
              <a:def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total = unit_price * qty。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A39664-350F-4B65-BC49-9667949E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241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3745DE-0D5E-4FDC-B80E-CB2601FF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23241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8C7A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201CF-8229-45E8-BD6D-7949D357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2324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0A7671-C739-419C-A16C-97CC845F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669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9EE6E0-AABE-4A3C-9F4A-0B98B8CD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57400"/>
            <a:ext cx="1657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调用 client.buy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F862D5-D927-4805-8B44-9D149D45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1943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await ctx.world.client.buy(</a:t>
            </a:r>
          </a:p>
          <a:p xmlns:a="http://schemas.openxmlformats.org/drawingml/2006/main">
            <a:pPr algn="l">
              <a:def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actor.id, qty, total, source,</a:t>
            </a:r>
          </a:p>
          <a:p xmlns:a="http://schemas.openxmlformats.org/drawingml/2006/main">
            <a:pPr algn="l">
              <a:def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item_id)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72F9CC-12B4-44A8-8A93-7AA2D9EF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75CBE1-DEB0-400D-B101-E2A883D5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47850"/>
            <a:ext cx="2133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8C7A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3229C0-B114-452E-86B5-D0D2FAB6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4785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78F221-D2BF-4265-9E2F-79194A79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66925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742053-EFAD-4AA1-AE5D-C2DC8802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57400"/>
            <a:ext cx="1466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Server.buy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F6C2A6-6E7A-49A3-BB71-BF5190A7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3840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拆成三段表现动作；</a:t>
            </a:r>
          </a:p>
          <a:p xmlns:a="http://schemas.openxmlformats.org/drawingml/2006/main">
            <a:pPr algn="l">
              <a:def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不改 Python 权威状态。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18AA88-706B-432F-BBD8-5BED07E6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81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C291E7-CB28-4BDB-824E-422D40B7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44767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2"/>
          </a:solidFill>
          <a:ln xmlns:a="http://schemas.openxmlformats.org/drawingml/2006/main" w="10478">
            <a:solidFill>
              <a:srgbClr val="D8C7A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1644EF-2A34-4DE0-9B6C-A419B8CF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67150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rPr>
              <a:t>buy(...) 被拆成 3 个顺序表现动作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4BB572-864E-40B9-BF44-B33ACFE3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1C99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A3EC61-7BB7-421D-B6A0-7B12BA47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52925"/>
            <a:ext cx="3276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1. show_animation(actor_id, item, +qty)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237E86-2E69-4EA7-9C72-85927382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863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1C99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2C6C6B-AD4D-45E0-B41E-A4573D04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33925"/>
            <a:ext cx="3276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2. move(actor_id, source, "收银台")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920E8C-67F6-4766-A5F4-F048F307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673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1C99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D2BF4F-8E3A-4801-AD1F-56E35B49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14925"/>
            <a:ext cx="3276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3. show_animation(actor_id, "money", -total)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CA407A-2B00-4B88-B5C3-C65B08C9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53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每一步都 await，前一步失败就影响最终 result。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D3A247-5DBC-492C-A13F-74FF162F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529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79FC96-6A89-4CAB-B345-0A49A4DD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33800"/>
            <a:ext cx="2324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A"/>
          </a:solidFill>
          <a:ln xmlns:a="http://schemas.openxmlformats.org/drawingml/2006/main" w="10478">
            <a:solidFill>
              <a:srgbClr val="D8C7A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FE6B27-FE82-4506-9FFF-F727CBEB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2019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E8A"/>
                </a:solidFill>
                <a:latin typeface="Microsoft YaHei"/>
                <a:ea typeface="Microsoft YaHei"/>
                <a:cs typeface="Microsoft YaHei"/>
              </a:rPr>
              <a:t>move(...) 准备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0842F8-238A-4D39-B8C8-2576888C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29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802375-53B9-4395-A2C3-F8FDF29D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6242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actor_id → agent_id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DDFECC-675D-48DB-8E3F-650C4E71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8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488F3E-AC9F-43CB-ADC5-F1781D1A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7197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type=command, cmd=go_to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A91847-AB9B-48FB-9EC8-AB84A65A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48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B38DC9-93C3-4905-B08C-C2C838A0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8152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target + cur_location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582BEE-8390-4F37-826F-CDA79161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33800"/>
            <a:ext cx="2324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10478">
            <a:solidFill>
              <a:srgbClr val="D8C7A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2AEB48-AB81-42E5-8EC6-70CCCEAE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67150"/>
            <a:ext cx="20193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39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39234"/>
                </a:solidFill>
                <a:latin typeface="Microsoft YaHei"/>
                <a:ea typeface="Microsoft YaHei"/>
                <a:cs typeface="Microsoft YaHei"/>
              </a:rPr>
              <a:t>show_animation(...) 准备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67250F-D4A2-4C50-9CCE-5E028B4A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29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CA0890-D069-4822-9A18-6E5CBAF9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6242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actor_id → agent_id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14C091-0B5B-43E5-9608-E122B3E5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38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414FBD-B6B6-4393-811B-D56448A6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7197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type = animation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9CE263-61C1-4348-9648-8E71B200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48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38C457B-A4B5-4F38-8F43-9C5B9D6D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81525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target + value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1A74F31-F398-42C9-BFC3-9A35EE0F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29300"/>
            <a:ext cx="560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10478">
            <a:solidFill>
              <a:srgbClr val="E1C99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EABF09-4FA2-4ACE-808A-98B803D9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34075"/>
            <a:ext cx="533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982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82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rPr>
              <a:t>到这里为止：send(...) 已拿到 type / agent_id / cmd / target / value / cur_location，下一步才生成 WebSocket payload。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454A789-C176-4407-A106-0B985BFD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10478">
            <a:solidFill>
              <a:srgbClr val="E7D9C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F19B380-9784-42BE-BF9C-B6443C1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1057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注意：Python 世界状态的更新发生在 client.buy(...) 成功返回之后，不属于“消息发送前”的流程。</a:t>
            </a:r>
          </a:p>
        </p:txBody>
      </p:sp>
    </p:spTree>
    <p:extLst>
      <p:ext uri="{BB962C8B-B14F-4D97-AF65-F5344CB8AC3E}">
        <p14:creationId xmlns:p14="http://schemas.microsoft.com/office/powerpoint/2010/main" val="16214480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0FCA78-79F8-4AB7-80D0-F9000461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E2DAE-3C8A-4CA3-88F0-97EEACF8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WebSocket 发送、等待与 complete 回填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A4A7A-8BC6-4BD0-9E64-5C7FC83D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962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这一页单独展示 send(...) 内部机制，以及 Unity complete 如何让 await 的 Python 调用继续执行。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4E120-CC94-4837-8328-83CD8669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E7D9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14217-127F-407C-8B6C-C720C825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5F072-DDBC-4B51-8C58-47FA592A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239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连接与消息构造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DE3F0-10B9-4373-9803-4DF4C8F4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2573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2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EA01D-6467-46B5-9279-FA30D396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239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挂起等待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00B29-4F0D-49F9-BBE7-57866104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573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48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4EED5-BCD2-4547-87CB-38D47C87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239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Unity 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FCB5B-6046-44DF-934D-7C64C638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573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6DCB2-CA28-404D-A2C2-D4CCBF2E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323975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回执恢复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0F771-848D-4A1D-9648-6BBD4C6D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152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8C7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125F1-1662-42C9-8DA8-01B9378F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5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E8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29009-29B2-4796-B5C5-02A25BA9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907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查连接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3C84C-9A42-450B-95F2-43B4535B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1733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ws = connections[agent_id]</a:t>
            </a:r>
          </a:p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找不到连接则返回 None。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1BBD8-32AD-4E1D-8E92-E30C2FA4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FE38A-86F9-48D2-97B5-8DC83D0D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47850"/>
            <a:ext cx="2152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8C7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0C383-24BA-406A-AAE1-76B56108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812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15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E8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BD538-352B-4ED1-94D2-6E523EE0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907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生成 payload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06404C-E6EA-4ABE-BB86-3767D21E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05050"/>
            <a:ext cx="1733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action_id = uuid4()</a:t>
            </a:r>
          </a:p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写入 type / agent_id / target / value / cmd / info。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F526D-FCCC-4150-836B-0DB5C82C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860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A8D62-E8F1-4A04-96F6-2F7B9917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47850"/>
            <a:ext cx="2152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8C7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7C44E-8189-47BE-B0FE-D10AB4FD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39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3923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A7A5DF-861C-4347-9FBD-1C44293F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907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挂 Future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025741-AD35-4958-A71A-B5B176AD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05050"/>
            <a:ext cx="1733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fut = create_future()</a:t>
            </a:r>
          </a:p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pending[action_id] = fut。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C619C1-32FF-40CD-A816-8438D929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DB29B1-5DC1-472E-9891-E8ED61F6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47850"/>
            <a:ext cx="21526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8C7A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242746-2673-4BB3-ADAC-3D62EC73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812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392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392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D76D9B-0B9C-471E-A0BB-690083C3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907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发送 JSON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5ABF94-DEA7-41F4-9291-C1148492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05050"/>
            <a:ext cx="1733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await ws.send(...)</a:t>
            </a:r>
          </a:p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从这里消息离开 Python。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6D0809-3A32-40D3-A2C7-491134D4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051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1BC644-6109-4F81-BBB2-FCFDA1EB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62350"/>
            <a:ext cx="21526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8C7A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71ADDB-4809-4E97-8682-28947413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957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84E065-99FE-485C-BDF2-06A86A9E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052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Unity 路由执行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D54E0D-B354-4270-91C0-03338578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19550"/>
            <a:ext cx="1733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WsAgentClient 根据 type / cmd 分发：</a:t>
            </a:r>
          </a:p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command go_to、animation 等。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A333AF-8B2C-4320-A0C3-0734D18E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005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A711D4-830F-4636-94AE-029B85BA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21526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8C7A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CF05AD-7910-48FF-A831-5DE7C5FF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48B7A3-05B7-4C55-9BEA-4101762F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052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发送 complete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40CE5C-325F-45AD-808B-2D96E982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9550"/>
            <a:ext cx="1733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动作完成后回传：</a:t>
            </a:r>
          </a:p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type = complete</a:t>
            </a:r>
          </a:p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status = ok</a:t>
            </a:r>
          </a:p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action_id = 同一个 id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4F0FDA-EE19-468C-99FE-0606AAF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005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617913-59A9-4E70-8B78-7F649A3B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21526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8C7A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DF6C58-C082-441D-A928-C10462C4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957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C14E89-9BEC-4341-9F93-60D3BBDF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052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_handle 收到回执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B1B176-25D9-4409-9596-E48D79EB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19550"/>
            <a:ext cx="1733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pending.pop(action_id)</a:t>
            </a:r>
          </a:p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找到对应 fut 后：</a:t>
            </a:r>
          </a:p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fut.set_result(msg)。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65F040-8342-4277-A8CD-7190CDA2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005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DBD14C-3C99-41CF-861C-47AC9674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21526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8C7A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988C7D-3F29-4997-A2C2-F26AE718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76B5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6F5B92-5651-47C2-A2F8-D8AE4DA7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0522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await 恢复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01BC35-41A8-4EA4-B732-16869248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1733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wait_for(fut, timeout=20)</a:t>
            </a:r>
          </a:p>
          <a:p xmlns:a="http://schemas.openxmlformats.org/drawingml/2006/main">
            <a:pPr algn="l">
              <a:def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6E6258"/>
                </a:solidFill>
                <a:latin typeface="Microsoft YaHei"/>
                <a:ea typeface="Microsoft YaHei"/>
                <a:cs typeface="Microsoft YaHei"/>
              </a:rPr>
              <a:t>拿到 msg；超时则清理 pending 并返回 None。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77AD1F-ECF0-4BE0-863C-6D8531F8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8991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10478">
            <a:solidFill>
              <a:srgbClr val="E1C99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0C7CC5-B2DB-482D-A142-DF80DB05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7210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4482C"/>
                </a:solidFill>
                <a:latin typeface="Microsoft YaHei"/>
                <a:ea typeface="Microsoft YaHei"/>
                <a:cs typeface="Microsoft YaHei"/>
              </a:rPr>
              <a:t>返回路径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4E8743-D81A-4C5F-A61C-1F507F4C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62575"/>
            <a:ext cx="752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send(...) 返回 msg → move/show_animation 调 is_success(result) → buy(...) 继续下一段表现动作 → 三段都成功后 handle_buy 才更新 Python 权威状态。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5DCE3D-4BB1-422A-A63B-3A1F1AB4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10478">
            <a:solidFill>
              <a:srgbClr val="E7D9C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93CA17-275C-4742-B845-5119287B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1057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923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2B241E"/>
                </a:solidFill>
                <a:latin typeface="Microsoft YaHei"/>
                <a:ea typeface="Microsoft YaHei"/>
                <a:cs typeface="Microsoft YaHei"/>
              </a:rPr>
              <a:t>核心机制：action_id 把一次发送和一次 complete 回执绑定起来，pending Future 让 Python 写法看起来像同步调用。</a:t>
            </a:r>
          </a:p>
        </p:txBody>
      </p:sp>
    </p:spTree>
    <p:extLst>
      <p:ext uri="{BB962C8B-B14F-4D97-AF65-F5344CB8AC3E}">
        <p14:creationId xmlns:p14="http://schemas.microsoft.com/office/powerpoint/2010/main" val="1300869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2026-05-27T13:34:38.3730000Z</dcterms:created>
  <dcterms:modified xsi:type="dcterms:W3CDTF">2026-05-27T13:34:38.3730000Z</dcterms:modified>
</coreProperties>
</file>