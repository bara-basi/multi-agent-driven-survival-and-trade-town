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326dc067504662" /><Relationship Type="http://schemas.openxmlformats.org/officeDocument/2006/relationships/extended-properties" Target="/docProps/app.xml" Id="R528cd4022cf5481f" /><Relationship Type="http://schemas.openxmlformats.org/officeDocument/2006/relationships/officeDocument" Target="/ppt/presentation.xml" Id="R40a4b59576e34d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41659a143e4d01"/>
  </p:sldMasterIdLst>
  <p:notesMasterIdLst>
    <p:notesMasterId xmlns:r="http://schemas.openxmlformats.org/officeDocument/2006/relationships" r:id="R95d9d2c52da54abb"/>
  </p:notesMasterIdLst>
  <p:sldIdLst>
    <p:sldId xmlns:r="http://schemas.openxmlformats.org/officeDocument/2006/relationships" id="256" r:id="R4bb36a3b9fc942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1659a143e4d01" /><Relationship Type="http://schemas.openxmlformats.org/officeDocument/2006/relationships/theme" Target="/ppt/theme/theme1.xml" Id="Rf9dd641491a445d4" /><Relationship Type="http://schemas.openxmlformats.org/officeDocument/2006/relationships/notesMaster" Target="/ppt/notesMasters/notesMaster1.xml" Id="R95d9d2c52da54abb" /><Relationship Type="http://schemas.openxmlformats.org/officeDocument/2006/relationships/presProps" Target="/ppt/presProps.xml" Id="Rf19105cc79024df8" /><Relationship Type="http://schemas.openxmlformats.org/officeDocument/2006/relationships/viewProps" Target="/ppt/viewProps.xml" Id="R7eedb667172c4ed5" /><Relationship Type="http://schemas.openxmlformats.org/officeDocument/2006/relationships/tableStyles" Target="/ppt/tableStyles.xml" Id="R663716b2dbb84215" /><Relationship Type="http://schemas.openxmlformats.org/officeDocument/2006/relationships/slide" Target="/ppt/slides/slide1.xml" Id="R4bb36a3b9fc942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12816104aa546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188f1bdbdd4cdc" /><Relationship Type="http://schemas.openxmlformats.org/officeDocument/2006/relationships/notesMaster" Target="/ppt/notesMasters/notesMaster1.xml" Id="Rb3550266da1e44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33fb4656e54d8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6f070374f3346ec" /><Relationship Type="http://schemas.openxmlformats.org/officeDocument/2006/relationships/slideLayout" Target="/ppt/slideLayouts/slideLayout2.xml" Id="R39185fad72cc49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185fad72cc49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2e7785b3ab4e9c" /><Relationship Type="http://schemas.openxmlformats.org/officeDocument/2006/relationships/notesSlide" Target="/ppt/notesSlides/notesSlide1.xml" Id="R4765e567ffcf458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431B4A-E234-41E0-B5EB-E4C12787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511C6-AF9B-4752-9680-DE96BF1B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1658600" cy="632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0478">
            <a:solidFill>
              <a:srgbClr val="E7D9C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F3496-2660-4A16-9A00-63246603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把 Unity 前端封装成 Python 可 await 的“远端函数”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35DA5-B438-4F11-BEF8-1FB456C8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52500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rPr>
              <a:t>以 buy 动作为例：后端只调用 client.buy(...)，内部自动拆成动画、移动、消息发送与回执等待。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258EE-1BF1-456A-96C2-7D5FB09B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97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4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13840-B6DA-4B0C-B1FC-1305F41B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76375"/>
            <a:ext cx="2133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动作层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2651A-9A44-43D0-B973-9F116774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09700"/>
            <a:ext cx="2400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4CB98-A1F2-46F0-B652-5596CE5C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76375"/>
            <a:ext cx="2247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WebSocketServer 抽象层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8457C-5215-48CB-8AC7-F91C42D2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09700"/>
            <a:ext cx="2019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6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AFBFF-CB37-4712-808E-B83BFBD1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476375"/>
            <a:ext cx="186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 send()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BD5A5-4A56-45C1-A5F0-4ECA9763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097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255CB-8812-40AB-8896-C80E8086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76375"/>
            <a:ext cx="21336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Unity 执行层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0CE80-ACE2-4023-BC7B-DF8A5E01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9C8A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6F4BF-DD3D-4B64-AB90-933EFD9A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4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3CEEF9-5FDA-4D7F-AC19-CA9336D0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AB841-9181-4380-8501-E6261BD5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handle_buy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4CD2C-B628-44B3-AB65-DE89503A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rPr>
              <a:t>校验库存、位置与资金后，计算总价并调用：</a:t>
            </a:r>
          </a:p>
          <a:p xmlns:a="http://schemas.openxmlformats.org/drawingml/2006/main">
            <a:pPr algn="l">
              <a:def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rPr>
              <a:t>ctx.world.client.buy(...)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A6B49-5413-4E5F-91CF-FA9E8970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52650"/>
            <a:ext cx="2400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9C8A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E42B00-C555-4693-98D2-5589FD4C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52650"/>
            <a:ext cx="2400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1A3C70-6FEB-4870-A914-BB02EF7E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743F81-10AC-472F-B306-AC99C39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3622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client.buy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2F8028-FF63-4547-ACB2-D1F5C06E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1981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rPr>
              <a:t>顶层动作函数，不直接拼 JSON。</a:t>
            </a:r>
          </a:p>
          <a:p xmlns:a="http://schemas.openxmlformats.org/drawingml/2006/main">
            <a:pPr algn="l">
              <a:def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rPr>
              <a:t>它把一次购买拆成 3 个前端表现调用。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EB17EC-CF72-4EB8-8617-AA51DD20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0193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9C8A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8A724-6F33-4E3F-9C0F-6F7D134C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2019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6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77540-DAB0-4375-A893-21AC6E07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812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255C0A-5EC0-4938-A664-D328CF9A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6220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send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4A8C58-9945-441D-AFFA-D618058B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81300"/>
            <a:ext cx="1600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rPr>
              <a:t>统一出口：生成 action_id，挂起 Future，发送 payload。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741A7E-CC2B-48D3-83E8-B6662906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2286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6"/>
          </a:solidFill>
          <a:ln xmlns:a="http://schemas.openxmlformats.org/drawingml/2006/main" w="10478">
            <a:solidFill>
              <a:srgbClr val="D9C8A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3029CC-B459-49DE-AFC0-FD793764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4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838CD-31B0-4542-8E90-CAA7E0F5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4F0521-9FE1-49E9-80D0-E77BD630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62200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WsAgentClient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09C907-B607-4843-AF0D-A5D4B50C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81300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rPr>
              <a:t>Unity 根据 type / cmd 路由。</a:t>
            </a:r>
          </a:p>
          <a:p xmlns:a="http://schemas.openxmlformats.org/drawingml/2006/main">
            <a:pPr algn="l">
              <a:def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rPr>
              <a:t>移动走 navigator，动画进入 animationQueue。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EB91C2-6358-45DB-B387-D28166C6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5625CE-7152-46D4-962D-814FE0CA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71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2F7FDB-0D8C-4248-A50A-EB9644D4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71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81FC8A-8C78-4AC2-AEDE-F37AA1E6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29000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5FB2BC-5FED-4FA7-BEF6-1D2BF6DC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86200"/>
            <a:ext cx="30861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10478">
            <a:solidFill>
              <a:srgbClr val="D9C8A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AED541-7E63-4302-BC0E-23F88001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076700"/>
            <a:ext cx="2514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rPr>
              <a:t>buy(...) 的三段前端调用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BAB69E-3282-4C5E-8454-86571C1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958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1C99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97366A-71BD-49EF-B525-91C5C6DB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43425"/>
            <a:ext cx="2019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show_animation(item, +qty)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EF1061-5934-4105-96B4-0498FB5D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43425"/>
            <a:ext cx="47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85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rPr>
              <a:t>物品 +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A5A9EC-2D4F-482C-8CB5-D199A6D8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1C99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3F750F-CF5A-4821-94E5-3FC4A2B4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05375"/>
            <a:ext cx="2019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move(source, "收银台")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0AD530-7DA0-428D-AB6B-363EC93A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05375"/>
            <a:ext cx="47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85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rPr>
              <a:t>移动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90750A-BEF7-4C52-ABCD-0ED1D373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1970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1C99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D072E79-0F7F-45C6-A186-09FAA85A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67325"/>
            <a:ext cx="20193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show_animation(money, -money)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408A1B-CCEE-462A-BEB2-B47F4463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67325"/>
            <a:ext cx="476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r">
              <a:defRPr sz="85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5" b="1">
                <a:solidFill>
                  <a:srgbClr val="2F6B55"/>
                </a:solidFill>
                <a:latin typeface="Microsoft YaHei"/>
                <a:ea typeface="Microsoft YaHei"/>
                <a:cs typeface="Microsoft YaHei"/>
              </a:rPr>
              <a:t>资金 -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079F3E-67AA-4F3D-9D76-829BB89D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20193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10478">
            <a:solidFill>
              <a:srgbClr val="D9C8A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5395E7-6A78-427A-8B2F-D4C59147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76700"/>
            <a:ext cx="1676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6963D"/>
                </a:solidFill>
                <a:latin typeface="Microsoft YaHei"/>
                <a:ea typeface="Microsoft YaHei"/>
                <a:cs typeface="Microsoft YaHei"/>
              </a:rPr>
              <a:t>send(...) 内部机制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FC4661-15B1-4ED7-AB1D-6F733C0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6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6ECCA0-7363-46B1-B4D9-E10361DA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05325"/>
            <a:ext cx="1581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uuid 生成 action_id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12DB7E-F2B4-4CCF-98CB-B72018AF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19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6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4478D59-2616-48F6-9557-5AA92F3C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52975"/>
            <a:ext cx="1581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pending 中挂 Future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7F4301-481F-422F-B00B-73392907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6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B8A35FE-E38F-4133-A403-BF4D7F5C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00625"/>
            <a:ext cx="1581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websocket.send(payload)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286375-90AA-47E3-93D1-06303B70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96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62E8CE-656C-43E4-829E-32BE6F4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248275"/>
            <a:ext cx="15811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等待 complete / 超时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4A71A4-2AEB-43AE-9EEE-71778049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228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10478">
            <a:solidFill>
              <a:srgbClr val="D9C8A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EF220FE-1D01-4BFD-95F5-4EAC323B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76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Unity 回执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514824-92C3-4A07-BE12-E4366C2E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14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5685B"/>
                </a:solidFill>
                <a:latin typeface="Microsoft YaHei"/>
                <a:ea typeface="Microsoft YaHei"/>
                <a:cs typeface="Microsoft YaHei"/>
              </a:rPr>
              <a:t>动作执行完成后发送：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D7B1BD2-8B10-4CFF-B0B0-C015B38C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1965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complete(status="ok",</a:t>
            </a:r>
          </a:p>
          <a:p xmlns:a="http://schemas.openxmlformats.org/drawingml/2006/main">
            <a:pPr algn="l">
              <a:defRPr sz="99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action_id=同一个 id)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1CEA55-DFA4-492C-988B-27DC0094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291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8F61FA-4C49-429A-964F-F238DB07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291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0F0AEE-8511-4CC3-BD90-0BD15F48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581650"/>
            <a:ext cx="862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0452A"/>
                </a:solidFill>
                <a:latin typeface="Microsoft YaHei"/>
                <a:ea typeface="Microsoft YaHei"/>
                <a:cs typeface="Microsoft YaHei"/>
              </a:rPr>
              <a:t>回执路径：Unity complete → WebSocketServer._handle() → fut.set_result(msg) → send() 恢复执行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6EABCB-76D6-4940-8DE8-4BE89D7C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7886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8"/>
          </a:solidFill>
          <a:ln xmlns:a="http://schemas.openxmlformats.org/drawingml/2006/main" w="10478">
            <a:solidFill>
              <a:srgbClr val="E1C99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7402C4-B478-427F-9377-FDA4A193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29325"/>
            <a:ext cx="2152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A34032"/>
                </a:solidFill>
                <a:latin typeface="Microsoft YaHei"/>
                <a:ea typeface="Microsoft YaHei"/>
                <a:cs typeface="Microsoft YaHei"/>
              </a:rPr>
              <a:t>回到 Python 后更新权威状态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C27A8C5-2201-4AA3-9310-AA5B82EA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6048375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inventory.add(...)  ·  money -= total  ·  market.remove_stock(...)  ·  broadcast_market_information(...)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EB97939-D294-419D-84E0-8A770180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15100"/>
            <a:ext cx="108204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10478">
            <a:solidFill>
              <a:srgbClr val="E7D9C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8B0F7F-8788-48AA-8F03-683BB825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562725"/>
            <a:ext cx="1047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57150" tIns="28575" rIns="57150" bIns="28575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2D241C"/>
                </a:solidFill>
                <a:latin typeface="Microsoft YaHei"/>
                <a:ea typeface="Microsoft YaHei"/>
                <a:cs typeface="Microsoft YaHei"/>
              </a:rPr>
              <a:t>核心表达：这不是 RPC 框架，但通过“顶层动作函数 + 中层表现函数 + 统一 send()”，实现了 RPC 风格的调用体验。</a:t>
            </a:r>
          </a:p>
        </p:txBody>
      </p:sp>
    </p:spTree>
    <p:extLst>
      <p:ext uri="{BB962C8B-B14F-4D97-AF65-F5344CB8AC3E}">
        <p14:creationId xmlns:p14="http://schemas.microsoft.com/office/powerpoint/2010/main" val="13427721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2026-05-27T13:01:33.7610000Z</dcterms:created>
  <dcterms:modified xsi:type="dcterms:W3CDTF">2026-05-27T13:01:33.7610000Z</dcterms:modified>
</coreProperties>
</file>